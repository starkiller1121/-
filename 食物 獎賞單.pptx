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6" r:id="rId1"/>
  </p:sldMasterIdLst>
  <p:sldIdLst>
    <p:sldId id="256" r:id="rId2"/>
    <p:sldId id="259" r:id="rId3"/>
    <p:sldId id="257" r:id="rId4"/>
    <p:sldId id="258" r:id="rId5"/>
    <p:sldId id="260" r:id="rId6"/>
    <p:sldId id="261" r:id="rId7"/>
  </p:sldIdLst>
  <p:sldSz cx="12798425" cy="71993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79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888"/>
            <a:ext cx="12798425" cy="7208201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82028" y="2524204"/>
            <a:ext cx="8153260" cy="1728236"/>
          </a:xfrm>
        </p:spPr>
        <p:txBody>
          <a:bodyPr anchor="b">
            <a:noAutofit/>
          </a:bodyPr>
          <a:lstStyle>
            <a:lvl1pPr algn="r">
              <a:defRPr sz="5668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82028" y="4252438"/>
            <a:ext cx="8153260" cy="1151490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799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598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397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196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3996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8795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3594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8393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C6C91-1792-4F1F-BB02-889FCEDC0844}" type="datetimeFigureOut">
              <a:rPr lang="zh-TW" altLang="en-US" smtClean="0"/>
              <a:t>2025/11/28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5D807-A07B-425B-840C-E200FCE1C6A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5179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C6C91-1792-4F1F-BB02-889FCEDC0844}" type="datetimeFigureOut">
              <a:rPr lang="zh-TW" altLang="en-US" smtClean="0"/>
              <a:t>2025/11/28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5D807-A07B-425B-840C-E200FCE1C6A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076187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025" y="2835286"/>
            <a:ext cx="9024263" cy="1917487"/>
          </a:xfrm>
        </p:spPr>
        <p:txBody>
          <a:bodyPr anchor="b"/>
          <a:lstStyle>
            <a:lvl1pPr algn="l">
              <a:defRPr sz="4199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1025" y="4752773"/>
            <a:ext cx="9024263" cy="903221"/>
          </a:xfrm>
        </p:spPr>
        <p:txBody>
          <a:bodyPr anchor="t"/>
          <a:lstStyle>
            <a:lvl1pPr marL="0" indent="0" algn="l">
              <a:buNone/>
              <a:defRPr sz="2099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79923" indent="0">
              <a:buNone/>
              <a:defRPr sz="1889">
                <a:solidFill>
                  <a:schemeClr val="tx1">
                    <a:tint val="75000"/>
                  </a:schemeClr>
                </a:solidFill>
              </a:defRPr>
            </a:lvl2pPr>
            <a:lvl3pPr marL="959846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3pPr>
            <a:lvl4pPr marL="1439769" indent="0">
              <a:buNone/>
              <a:defRPr sz="1470">
                <a:solidFill>
                  <a:schemeClr val="tx1">
                    <a:tint val="75000"/>
                  </a:schemeClr>
                </a:solidFill>
              </a:defRPr>
            </a:lvl4pPr>
            <a:lvl5pPr marL="1919691" indent="0">
              <a:buNone/>
              <a:defRPr sz="1470">
                <a:solidFill>
                  <a:schemeClr val="tx1">
                    <a:tint val="75000"/>
                  </a:schemeClr>
                </a:solidFill>
              </a:defRPr>
            </a:lvl5pPr>
            <a:lvl6pPr marL="2399614" indent="0">
              <a:buNone/>
              <a:defRPr sz="1470">
                <a:solidFill>
                  <a:schemeClr val="tx1">
                    <a:tint val="75000"/>
                  </a:schemeClr>
                </a:solidFill>
              </a:defRPr>
            </a:lvl6pPr>
            <a:lvl7pPr marL="2879537" indent="0">
              <a:buNone/>
              <a:defRPr sz="1470">
                <a:solidFill>
                  <a:schemeClr val="tx1">
                    <a:tint val="75000"/>
                  </a:schemeClr>
                </a:solidFill>
              </a:defRPr>
            </a:lvl7pPr>
            <a:lvl8pPr marL="3359460" indent="0">
              <a:buNone/>
              <a:defRPr sz="1470">
                <a:solidFill>
                  <a:schemeClr val="tx1">
                    <a:tint val="75000"/>
                  </a:schemeClr>
                </a:solidFill>
              </a:defRPr>
            </a:lvl8pPr>
            <a:lvl9pPr marL="3839383" indent="0">
              <a:buNone/>
              <a:defRPr sz="147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C6C91-1792-4F1F-BB02-889FCEDC0844}" type="datetimeFigureOut">
              <a:rPr lang="zh-TW" altLang="en-US" smtClean="0"/>
              <a:t>2025/11/28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5D807-A07B-425B-840C-E200FCE1C6A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4215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1025" y="2268118"/>
            <a:ext cx="4392147" cy="407391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43143" y="2268119"/>
            <a:ext cx="4392146" cy="4073914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C6C91-1792-4F1F-BB02-889FCEDC0844}" type="datetimeFigureOut">
              <a:rPr lang="zh-TW" altLang="en-US" smtClean="0"/>
              <a:t>2025/11/28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5D807-A07B-425B-840C-E200FCE1C6A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71517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9357" y="2268532"/>
            <a:ext cx="4393814" cy="604942"/>
          </a:xfrm>
        </p:spPr>
        <p:txBody>
          <a:bodyPr anchor="b">
            <a:noAutofit/>
          </a:bodyPr>
          <a:lstStyle>
            <a:lvl1pPr marL="0" indent="0">
              <a:buNone/>
              <a:defRPr sz="2519" b="0"/>
            </a:lvl1pPr>
            <a:lvl2pPr marL="479923" indent="0">
              <a:buNone/>
              <a:defRPr sz="2099" b="1"/>
            </a:lvl2pPr>
            <a:lvl3pPr marL="959846" indent="0">
              <a:buNone/>
              <a:defRPr sz="1889" b="1"/>
            </a:lvl3pPr>
            <a:lvl4pPr marL="1439769" indent="0">
              <a:buNone/>
              <a:defRPr sz="1680" b="1"/>
            </a:lvl4pPr>
            <a:lvl5pPr marL="1919691" indent="0">
              <a:buNone/>
              <a:defRPr sz="1680" b="1"/>
            </a:lvl5pPr>
            <a:lvl6pPr marL="2399614" indent="0">
              <a:buNone/>
              <a:defRPr sz="1680" b="1"/>
            </a:lvl6pPr>
            <a:lvl7pPr marL="2879537" indent="0">
              <a:buNone/>
              <a:defRPr sz="1680" b="1"/>
            </a:lvl7pPr>
            <a:lvl8pPr marL="3359460" indent="0">
              <a:buNone/>
              <a:defRPr sz="1680" b="1"/>
            </a:lvl8pPr>
            <a:lvl9pPr marL="3839383" indent="0">
              <a:buNone/>
              <a:defRPr sz="168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09357" y="2873474"/>
            <a:ext cx="4393814" cy="3468558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341477" y="2268532"/>
            <a:ext cx="4393809" cy="604942"/>
          </a:xfrm>
        </p:spPr>
        <p:txBody>
          <a:bodyPr anchor="b">
            <a:noAutofit/>
          </a:bodyPr>
          <a:lstStyle>
            <a:lvl1pPr marL="0" indent="0">
              <a:buNone/>
              <a:defRPr sz="2519" b="0"/>
            </a:lvl1pPr>
            <a:lvl2pPr marL="479923" indent="0">
              <a:buNone/>
              <a:defRPr sz="2099" b="1"/>
            </a:lvl2pPr>
            <a:lvl3pPr marL="959846" indent="0">
              <a:buNone/>
              <a:defRPr sz="1889" b="1"/>
            </a:lvl3pPr>
            <a:lvl4pPr marL="1439769" indent="0">
              <a:buNone/>
              <a:defRPr sz="1680" b="1"/>
            </a:lvl4pPr>
            <a:lvl5pPr marL="1919691" indent="0">
              <a:buNone/>
              <a:defRPr sz="1680" b="1"/>
            </a:lvl5pPr>
            <a:lvl6pPr marL="2399614" indent="0">
              <a:buNone/>
              <a:defRPr sz="1680" b="1"/>
            </a:lvl6pPr>
            <a:lvl7pPr marL="2879537" indent="0">
              <a:buNone/>
              <a:defRPr sz="1680" b="1"/>
            </a:lvl7pPr>
            <a:lvl8pPr marL="3359460" indent="0">
              <a:buNone/>
              <a:defRPr sz="1680" b="1"/>
            </a:lvl8pPr>
            <a:lvl9pPr marL="3839383" indent="0">
              <a:buNone/>
              <a:defRPr sz="168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41479" y="2873474"/>
            <a:ext cx="4393808" cy="3468558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C6C91-1792-4F1F-BB02-889FCEDC0844}" type="datetimeFigureOut">
              <a:rPr lang="zh-TW" altLang="en-US" smtClean="0"/>
              <a:t>2025/11/28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5D807-A07B-425B-840C-E200FCE1C6A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902453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024" y="639939"/>
            <a:ext cx="9024263" cy="1386534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C6C91-1792-4F1F-BB02-889FCEDC0844}" type="datetimeFigureOut">
              <a:rPr lang="zh-TW" altLang="en-US" smtClean="0"/>
              <a:t>2025/11/28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5D807-A07B-425B-840C-E200FCE1C6A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79725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C6C91-1792-4F1F-BB02-889FCEDC0844}" type="datetimeFigureOut">
              <a:rPr lang="zh-TW" altLang="en-US" smtClean="0"/>
              <a:t>2025/11/28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5D807-A07B-425B-840C-E200FCE1C6A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05991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024" y="1573188"/>
            <a:ext cx="4046251" cy="1342093"/>
          </a:xfrm>
        </p:spPr>
        <p:txBody>
          <a:bodyPr anchor="b">
            <a:normAutofit/>
          </a:bodyPr>
          <a:lstStyle>
            <a:lvl1pPr>
              <a:defRPr sz="2099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7245" y="540552"/>
            <a:ext cx="4738043" cy="5801480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1024" y="2915281"/>
            <a:ext cx="4046251" cy="2713073"/>
          </a:xfrm>
        </p:spPr>
        <p:txBody>
          <a:bodyPr>
            <a:normAutofit/>
          </a:bodyPr>
          <a:lstStyle>
            <a:lvl1pPr marL="0" indent="0">
              <a:buNone/>
              <a:defRPr sz="1470"/>
            </a:lvl1pPr>
            <a:lvl2pPr marL="479779" indent="0">
              <a:buNone/>
              <a:defRPr sz="1470"/>
            </a:lvl2pPr>
            <a:lvl3pPr marL="959558" indent="0">
              <a:buNone/>
              <a:defRPr sz="1260"/>
            </a:lvl3pPr>
            <a:lvl4pPr marL="1439337" indent="0">
              <a:buNone/>
              <a:defRPr sz="1050"/>
            </a:lvl4pPr>
            <a:lvl5pPr marL="1919115" indent="0">
              <a:buNone/>
              <a:defRPr sz="1050"/>
            </a:lvl5pPr>
            <a:lvl6pPr marL="2398894" indent="0">
              <a:buNone/>
              <a:defRPr sz="1050"/>
            </a:lvl6pPr>
            <a:lvl7pPr marL="2878673" indent="0">
              <a:buNone/>
              <a:defRPr sz="1050"/>
            </a:lvl7pPr>
            <a:lvl8pPr marL="3358452" indent="0">
              <a:buNone/>
              <a:defRPr sz="1050"/>
            </a:lvl8pPr>
            <a:lvl9pPr marL="3838231" indent="0">
              <a:buNone/>
              <a:defRPr sz="10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C6C91-1792-4F1F-BB02-889FCEDC0844}" type="datetimeFigureOut">
              <a:rPr lang="zh-TW" altLang="en-US" smtClean="0"/>
              <a:t>2025/11/28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5D807-A07B-425B-840C-E200FCE1C6A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93552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025" y="5039519"/>
            <a:ext cx="9024262" cy="594944"/>
          </a:xfrm>
        </p:spPr>
        <p:txBody>
          <a:bodyPr anchor="b">
            <a:normAutofit/>
          </a:bodyPr>
          <a:lstStyle>
            <a:lvl1pPr algn="l">
              <a:defRPr sz="2519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11024" y="639939"/>
            <a:ext cx="9024263" cy="4037114"/>
          </a:xfrm>
        </p:spPr>
        <p:txBody>
          <a:bodyPr anchor="t">
            <a:normAutofit/>
          </a:bodyPr>
          <a:lstStyle>
            <a:lvl1pPr marL="0" indent="0" algn="ctr">
              <a:buNone/>
              <a:defRPr sz="1680"/>
            </a:lvl1pPr>
            <a:lvl2pPr marL="479923" indent="0">
              <a:buNone/>
              <a:defRPr sz="1680"/>
            </a:lvl2pPr>
            <a:lvl3pPr marL="959846" indent="0">
              <a:buNone/>
              <a:defRPr sz="1680"/>
            </a:lvl3pPr>
            <a:lvl4pPr marL="1439769" indent="0">
              <a:buNone/>
              <a:defRPr sz="1680"/>
            </a:lvl4pPr>
            <a:lvl5pPr marL="1919691" indent="0">
              <a:buNone/>
              <a:defRPr sz="1680"/>
            </a:lvl5pPr>
            <a:lvl6pPr marL="2399614" indent="0">
              <a:buNone/>
              <a:defRPr sz="1680"/>
            </a:lvl6pPr>
            <a:lvl7pPr marL="2879537" indent="0">
              <a:buNone/>
              <a:defRPr sz="1680"/>
            </a:lvl7pPr>
            <a:lvl8pPr marL="3359460" indent="0">
              <a:buNone/>
              <a:defRPr sz="1680"/>
            </a:lvl8pPr>
            <a:lvl9pPr marL="3839383" indent="0">
              <a:buNone/>
              <a:defRPr sz="168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1025" y="5634463"/>
            <a:ext cx="9024262" cy="707569"/>
          </a:xfrm>
        </p:spPr>
        <p:txBody>
          <a:bodyPr>
            <a:normAutofit/>
          </a:bodyPr>
          <a:lstStyle>
            <a:lvl1pPr marL="0" indent="0">
              <a:buNone/>
              <a:defRPr sz="1260"/>
            </a:lvl1pPr>
            <a:lvl2pPr marL="479923" indent="0">
              <a:buNone/>
              <a:defRPr sz="1260"/>
            </a:lvl2pPr>
            <a:lvl3pPr marL="959846" indent="0">
              <a:buNone/>
              <a:defRPr sz="1050"/>
            </a:lvl3pPr>
            <a:lvl4pPr marL="1439769" indent="0">
              <a:buNone/>
              <a:defRPr sz="945"/>
            </a:lvl4pPr>
            <a:lvl5pPr marL="1919691" indent="0">
              <a:buNone/>
              <a:defRPr sz="945"/>
            </a:lvl5pPr>
            <a:lvl6pPr marL="2399614" indent="0">
              <a:buNone/>
              <a:defRPr sz="945"/>
            </a:lvl6pPr>
            <a:lvl7pPr marL="2879537" indent="0">
              <a:buNone/>
              <a:defRPr sz="945"/>
            </a:lvl7pPr>
            <a:lvl8pPr marL="3359460" indent="0">
              <a:buNone/>
              <a:defRPr sz="945"/>
            </a:lvl8pPr>
            <a:lvl9pPr marL="3839383" indent="0">
              <a:buNone/>
              <a:defRPr sz="945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C6C91-1792-4F1F-BB02-889FCEDC0844}" type="datetimeFigureOut">
              <a:rPr lang="zh-TW" altLang="en-US" smtClean="0"/>
              <a:t>2025/11/28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5D807-A07B-425B-840C-E200FCE1C6A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97267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025" y="639939"/>
            <a:ext cx="9024263" cy="3572992"/>
          </a:xfrm>
        </p:spPr>
        <p:txBody>
          <a:bodyPr anchor="ctr">
            <a:normAutofit/>
          </a:bodyPr>
          <a:lstStyle>
            <a:lvl1pPr algn="l">
              <a:defRPr sz="4619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1025" y="4692885"/>
            <a:ext cx="9024263" cy="1649147"/>
          </a:xfrm>
        </p:spPr>
        <p:txBody>
          <a:bodyPr anchor="ctr">
            <a:normAutofit/>
          </a:bodyPr>
          <a:lstStyle>
            <a:lvl1pPr marL="0" indent="0" algn="l">
              <a:buNone/>
              <a:defRPr sz="1889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79923" indent="0">
              <a:buNone/>
              <a:defRPr sz="1889">
                <a:solidFill>
                  <a:schemeClr val="tx1">
                    <a:tint val="75000"/>
                  </a:schemeClr>
                </a:solidFill>
              </a:defRPr>
            </a:lvl2pPr>
            <a:lvl3pPr marL="959846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3pPr>
            <a:lvl4pPr marL="1439769" indent="0">
              <a:buNone/>
              <a:defRPr sz="1470">
                <a:solidFill>
                  <a:schemeClr val="tx1">
                    <a:tint val="75000"/>
                  </a:schemeClr>
                </a:solidFill>
              </a:defRPr>
            </a:lvl4pPr>
            <a:lvl5pPr marL="1919691" indent="0">
              <a:buNone/>
              <a:defRPr sz="1470">
                <a:solidFill>
                  <a:schemeClr val="tx1">
                    <a:tint val="75000"/>
                  </a:schemeClr>
                </a:solidFill>
              </a:defRPr>
            </a:lvl5pPr>
            <a:lvl6pPr marL="2399614" indent="0">
              <a:buNone/>
              <a:defRPr sz="1470">
                <a:solidFill>
                  <a:schemeClr val="tx1">
                    <a:tint val="75000"/>
                  </a:schemeClr>
                </a:solidFill>
              </a:defRPr>
            </a:lvl6pPr>
            <a:lvl7pPr marL="2879537" indent="0">
              <a:buNone/>
              <a:defRPr sz="1470">
                <a:solidFill>
                  <a:schemeClr val="tx1">
                    <a:tint val="75000"/>
                  </a:schemeClr>
                </a:solidFill>
              </a:defRPr>
            </a:lvl7pPr>
            <a:lvl8pPr marL="3359460" indent="0">
              <a:buNone/>
              <a:defRPr sz="1470">
                <a:solidFill>
                  <a:schemeClr val="tx1">
                    <a:tint val="75000"/>
                  </a:schemeClr>
                </a:solidFill>
              </a:defRPr>
            </a:lvl8pPr>
            <a:lvl9pPr marL="3839383" indent="0">
              <a:buNone/>
              <a:defRPr sz="147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C6C91-1792-4F1F-BB02-889FCEDC0844}" type="datetimeFigureOut">
              <a:rPr lang="zh-TW" altLang="en-US" smtClean="0"/>
              <a:t>2025/11/28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5D807-A07B-425B-840C-E200FCE1C6A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2650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7658" y="639939"/>
            <a:ext cx="8496733" cy="3173031"/>
          </a:xfrm>
        </p:spPr>
        <p:txBody>
          <a:bodyPr anchor="ctr">
            <a:normAutofit/>
          </a:bodyPr>
          <a:lstStyle>
            <a:lvl1pPr algn="l">
              <a:defRPr sz="4619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34090" y="3812969"/>
            <a:ext cx="7583869" cy="399962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8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79923" indent="0">
              <a:buFontTx/>
              <a:buNone/>
              <a:defRPr/>
            </a:lvl2pPr>
            <a:lvl3pPr marL="959846" indent="0">
              <a:buFontTx/>
              <a:buNone/>
              <a:defRPr/>
            </a:lvl3pPr>
            <a:lvl4pPr marL="1439769" indent="0">
              <a:buFontTx/>
              <a:buNone/>
              <a:defRPr/>
            </a:lvl4pPr>
            <a:lvl5pPr marL="1919691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1025" y="4692885"/>
            <a:ext cx="9024263" cy="1649147"/>
          </a:xfrm>
        </p:spPr>
        <p:txBody>
          <a:bodyPr anchor="ctr">
            <a:normAutofit/>
          </a:bodyPr>
          <a:lstStyle>
            <a:lvl1pPr marL="0" indent="0" algn="l">
              <a:buNone/>
              <a:defRPr sz="1889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79923" indent="0">
              <a:buNone/>
              <a:defRPr sz="1889">
                <a:solidFill>
                  <a:schemeClr val="tx1">
                    <a:tint val="75000"/>
                  </a:schemeClr>
                </a:solidFill>
              </a:defRPr>
            </a:lvl2pPr>
            <a:lvl3pPr marL="959846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3pPr>
            <a:lvl4pPr marL="1439769" indent="0">
              <a:buNone/>
              <a:defRPr sz="1470">
                <a:solidFill>
                  <a:schemeClr val="tx1">
                    <a:tint val="75000"/>
                  </a:schemeClr>
                </a:solidFill>
              </a:defRPr>
            </a:lvl4pPr>
            <a:lvl5pPr marL="1919691" indent="0">
              <a:buNone/>
              <a:defRPr sz="1470">
                <a:solidFill>
                  <a:schemeClr val="tx1">
                    <a:tint val="75000"/>
                  </a:schemeClr>
                </a:solidFill>
              </a:defRPr>
            </a:lvl5pPr>
            <a:lvl6pPr marL="2399614" indent="0">
              <a:buNone/>
              <a:defRPr sz="1470">
                <a:solidFill>
                  <a:schemeClr val="tx1">
                    <a:tint val="75000"/>
                  </a:schemeClr>
                </a:solidFill>
              </a:defRPr>
            </a:lvl6pPr>
            <a:lvl7pPr marL="2879537" indent="0">
              <a:buNone/>
              <a:defRPr sz="1470">
                <a:solidFill>
                  <a:schemeClr val="tx1">
                    <a:tint val="75000"/>
                  </a:schemeClr>
                </a:solidFill>
              </a:defRPr>
            </a:lvl7pPr>
            <a:lvl8pPr marL="3359460" indent="0">
              <a:buNone/>
              <a:defRPr sz="1470">
                <a:solidFill>
                  <a:schemeClr val="tx1">
                    <a:tint val="75000"/>
                  </a:schemeClr>
                </a:solidFill>
              </a:defRPr>
            </a:lvl8pPr>
            <a:lvl9pPr marL="3839383" indent="0">
              <a:buNone/>
              <a:defRPr sz="147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C6C91-1792-4F1F-BB02-889FCEDC0844}" type="datetimeFigureOut">
              <a:rPr lang="zh-TW" altLang="en-US" smtClean="0"/>
              <a:t>2025/11/28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5D807-A07B-425B-840C-E200FCE1C6AF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568823" y="829714"/>
            <a:ext cx="639921" cy="613879"/>
          </a:xfrm>
          <a:prstGeom prst="rect">
            <a:avLst/>
          </a:prstGeom>
        </p:spPr>
        <p:txBody>
          <a:bodyPr vert="horz" lIns="95988" tIns="47994" rIns="95988" bIns="47994" rtlCol="0" anchor="ctr">
            <a:noAutofit/>
          </a:bodyPr>
          <a:lstStyle/>
          <a:p>
            <a:pPr lvl="0"/>
            <a:r>
              <a:rPr lang="en-US" sz="8398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35346" y="3030216"/>
            <a:ext cx="639921" cy="613879"/>
          </a:xfrm>
          <a:prstGeom prst="rect">
            <a:avLst/>
          </a:prstGeom>
        </p:spPr>
        <p:txBody>
          <a:bodyPr vert="horz" lIns="95988" tIns="47994" rIns="95988" bIns="47994" rtlCol="0" anchor="ctr">
            <a:noAutofit/>
          </a:bodyPr>
          <a:lstStyle/>
          <a:p>
            <a:pPr lvl="0"/>
            <a:r>
              <a:rPr lang="en-US" sz="8398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925852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025" y="2028141"/>
            <a:ext cx="9024263" cy="2724632"/>
          </a:xfrm>
        </p:spPr>
        <p:txBody>
          <a:bodyPr anchor="b">
            <a:normAutofit/>
          </a:bodyPr>
          <a:lstStyle>
            <a:lvl1pPr algn="l">
              <a:defRPr sz="4619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1025" y="4752773"/>
            <a:ext cx="9024263" cy="1589259"/>
          </a:xfrm>
        </p:spPr>
        <p:txBody>
          <a:bodyPr anchor="t">
            <a:normAutofit/>
          </a:bodyPr>
          <a:lstStyle>
            <a:lvl1pPr marL="0" indent="0" algn="l">
              <a:buNone/>
              <a:defRPr sz="1889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79923" indent="0">
              <a:buNone/>
              <a:defRPr sz="1889">
                <a:solidFill>
                  <a:schemeClr val="tx1">
                    <a:tint val="75000"/>
                  </a:schemeClr>
                </a:solidFill>
              </a:defRPr>
            </a:lvl2pPr>
            <a:lvl3pPr marL="959846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3pPr>
            <a:lvl4pPr marL="1439769" indent="0">
              <a:buNone/>
              <a:defRPr sz="1470">
                <a:solidFill>
                  <a:schemeClr val="tx1">
                    <a:tint val="75000"/>
                  </a:schemeClr>
                </a:solidFill>
              </a:defRPr>
            </a:lvl4pPr>
            <a:lvl5pPr marL="1919691" indent="0">
              <a:buNone/>
              <a:defRPr sz="1470">
                <a:solidFill>
                  <a:schemeClr val="tx1">
                    <a:tint val="75000"/>
                  </a:schemeClr>
                </a:solidFill>
              </a:defRPr>
            </a:lvl5pPr>
            <a:lvl6pPr marL="2399614" indent="0">
              <a:buNone/>
              <a:defRPr sz="1470">
                <a:solidFill>
                  <a:schemeClr val="tx1">
                    <a:tint val="75000"/>
                  </a:schemeClr>
                </a:solidFill>
              </a:defRPr>
            </a:lvl6pPr>
            <a:lvl7pPr marL="2879537" indent="0">
              <a:buNone/>
              <a:defRPr sz="1470">
                <a:solidFill>
                  <a:schemeClr val="tx1">
                    <a:tint val="75000"/>
                  </a:schemeClr>
                </a:solidFill>
              </a:defRPr>
            </a:lvl7pPr>
            <a:lvl8pPr marL="3359460" indent="0">
              <a:buNone/>
              <a:defRPr sz="1470">
                <a:solidFill>
                  <a:schemeClr val="tx1">
                    <a:tint val="75000"/>
                  </a:schemeClr>
                </a:solidFill>
              </a:defRPr>
            </a:lvl8pPr>
            <a:lvl9pPr marL="3839383" indent="0">
              <a:buNone/>
              <a:defRPr sz="147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C6C91-1792-4F1F-BB02-889FCEDC0844}" type="datetimeFigureOut">
              <a:rPr lang="zh-TW" altLang="en-US" smtClean="0"/>
              <a:t>2025/11/28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5D807-A07B-425B-840C-E200FCE1C6A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799593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7658" y="639939"/>
            <a:ext cx="8496733" cy="3173031"/>
          </a:xfrm>
        </p:spPr>
        <p:txBody>
          <a:bodyPr anchor="ctr">
            <a:normAutofit/>
          </a:bodyPr>
          <a:lstStyle>
            <a:lvl1pPr algn="l">
              <a:defRPr sz="4619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711023" y="4212932"/>
            <a:ext cx="9024264" cy="539841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519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79923" indent="0">
              <a:buFontTx/>
              <a:buNone/>
              <a:defRPr/>
            </a:lvl2pPr>
            <a:lvl3pPr marL="959846" indent="0">
              <a:buFontTx/>
              <a:buNone/>
              <a:defRPr/>
            </a:lvl3pPr>
            <a:lvl4pPr marL="1439769" indent="0">
              <a:buFontTx/>
              <a:buNone/>
              <a:defRPr/>
            </a:lvl4pPr>
            <a:lvl5pPr marL="1919691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1025" y="4752773"/>
            <a:ext cx="9024263" cy="1589259"/>
          </a:xfrm>
        </p:spPr>
        <p:txBody>
          <a:bodyPr anchor="t">
            <a:normAutofit/>
          </a:bodyPr>
          <a:lstStyle>
            <a:lvl1pPr marL="0" indent="0" algn="l">
              <a:buNone/>
              <a:defRPr sz="1889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79923" indent="0">
              <a:buNone/>
              <a:defRPr sz="1889">
                <a:solidFill>
                  <a:schemeClr val="tx1">
                    <a:tint val="75000"/>
                  </a:schemeClr>
                </a:solidFill>
              </a:defRPr>
            </a:lvl2pPr>
            <a:lvl3pPr marL="959846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3pPr>
            <a:lvl4pPr marL="1439769" indent="0">
              <a:buNone/>
              <a:defRPr sz="1470">
                <a:solidFill>
                  <a:schemeClr val="tx1">
                    <a:tint val="75000"/>
                  </a:schemeClr>
                </a:solidFill>
              </a:defRPr>
            </a:lvl4pPr>
            <a:lvl5pPr marL="1919691" indent="0">
              <a:buNone/>
              <a:defRPr sz="1470">
                <a:solidFill>
                  <a:schemeClr val="tx1">
                    <a:tint val="75000"/>
                  </a:schemeClr>
                </a:solidFill>
              </a:defRPr>
            </a:lvl5pPr>
            <a:lvl6pPr marL="2399614" indent="0">
              <a:buNone/>
              <a:defRPr sz="1470">
                <a:solidFill>
                  <a:schemeClr val="tx1">
                    <a:tint val="75000"/>
                  </a:schemeClr>
                </a:solidFill>
              </a:defRPr>
            </a:lvl6pPr>
            <a:lvl7pPr marL="2879537" indent="0">
              <a:buNone/>
              <a:defRPr sz="1470">
                <a:solidFill>
                  <a:schemeClr val="tx1">
                    <a:tint val="75000"/>
                  </a:schemeClr>
                </a:solidFill>
              </a:defRPr>
            </a:lvl7pPr>
            <a:lvl8pPr marL="3359460" indent="0">
              <a:buNone/>
              <a:defRPr sz="1470">
                <a:solidFill>
                  <a:schemeClr val="tx1">
                    <a:tint val="75000"/>
                  </a:schemeClr>
                </a:solidFill>
              </a:defRPr>
            </a:lvl8pPr>
            <a:lvl9pPr marL="3839383" indent="0">
              <a:buNone/>
              <a:defRPr sz="147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C6C91-1792-4F1F-BB02-889FCEDC0844}" type="datetimeFigureOut">
              <a:rPr lang="zh-TW" altLang="en-US" smtClean="0"/>
              <a:t>2025/11/28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5D807-A07B-425B-840C-E200FCE1C6AF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568823" y="829714"/>
            <a:ext cx="639921" cy="613879"/>
          </a:xfrm>
          <a:prstGeom prst="rect">
            <a:avLst/>
          </a:prstGeom>
        </p:spPr>
        <p:txBody>
          <a:bodyPr vert="horz" lIns="95988" tIns="47994" rIns="95988" bIns="47994" rtlCol="0" anchor="ctr">
            <a:noAutofit/>
          </a:bodyPr>
          <a:lstStyle/>
          <a:p>
            <a:pPr lvl="0"/>
            <a:r>
              <a:rPr lang="en-US" sz="8398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35346" y="3030216"/>
            <a:ext cx="639921" cy="613879"/>
          </a:xfrm>
          <a:prstGeom prst="rect">
            <a:avLst/>
          </a:prstGeom>
        </p:spPr>
        <p:txBody>
          <a:bodyPr vert="horz" lIns="95988" tIns="47994" rIns="95988" bIns="47994" rtlCol="0" anchor="ctr">
            <a:noAutofit/>
          </a:bodyPr>
          <a:lstStyle/>
          <a:p>
            <a:pPr lvl="0"/>
            <a:r>
              <a:rPr lang="en-US" sz="8398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576114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911" y="639939"/>
            <a:ext cx="9015377" cy="3173031"/>
          </a:xfrm>
        </p:spPr>
        <p:txBody>
          <a:bodyPr anchor="ctr">
            <a:normAutofit/>
          </a:bodyPr>
          <a:lstStyle>
            <a:lvl1pPr algn="l">
              <a:defRPr sz="4619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711023" y="4212932"/>
            <a:ext cx="9024264" cy="539841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519">
                <a:solidFill>
                  <a:schemeClr val="accent1"/>
                </a:solidFill>
              </a:defRPr>
            </a:lvl1pPr>
            <a:lvl2pPr marL="479923" indent="0">
              <a:buFontTx/>
              <a:buNone/>
              <a:defRPr/>
            </a:lvl2pPr>
            <a:lvl3pPr marL="959846" indent="0">
              <a:buFontTx/>
              <a:buNone/>
              <a:defRPr/>
            </a:lvl3pPr>
            <a:lvl4pPr marL="1439769" indent="0">
              <a:buFontTx/>
              <a:buNone/>
              <a:defRPr/>
            </a:lvl4pPr>
            <a:lvl5pPr marL="1919691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1025" y="4752773"/>
            <a:ext cx="9024263" cy="1589259"/>
          </a:xfrm>
        </p:spPr>
        <p:txBody>
          <a:bodyPr anchor="t">
            <a:normAutofit/>
          </a:bodyPr>
          <a:lstStyle>
            <a:lvl1pPr marL="0" indent="0" algn="l">
              <a:buNone/>
              <a:defRPr sz="1889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79923" indent="0">
              <a:buNone/>
              <a:defRPr sz="1889">
                <a:solidFill>
                  <a:schemeClr val="tx1">
                    <a:tint val="75000"/>
                  </a:schemeClr>
                </a:solidFill>
              </a:defRPr>
            </a:lvl2pPr>
            <a:lvl3pPr marL="959846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3pPr>
            <a:lvl4pPr marL="1439769" indent="0">
              <a:buNone/>
              <a:defRPr sz="1470">
                <a:solidFill>
                  <a:schemeClr val="tx1">
                    <a:tint val="75000"/>
                  </a:schemeClr>
                </a:solidFill>
              </a:defRPr>
            </a:lvl4pPr>
            <a:lvl5pPr marL="1919691" indent="0">
              <a:buNone/>
              <a:defRPr sz="1470">
                <a:solidFill>
                  <a:schemeClr val="tx1">
                    <a:tint val="75000"/>
                  </a:schemeClr>
                </a:solidFill>
              </a:defRPr>
            </a:lvl5pPr>
            <a:lvl6pPr marL="2399614" indent="0">
              <a:buNone/>
              <a:defRPr sz="1470">
                <a:solidFill>
                  <a:schemeClr val="tx1">
                    <a:tint val="75000"/>
                  </a:schemeClr>
                </a:solidFill>
              </a:defRPr>
            </a:lvl6pPr>
            <a:lvl7pPr marL="2879537" indent="0">
              <a:buNone/>
              <a:defRPr sz="1470">
                <a:solidFill>
                  <a:schemeClr val="tx1">
                    <a:tint val="75000"/>
                  </a:schemeClr>
                </a:solidFill>
              </a:defRPr>
            </a:lvl7pPr>
            <a:lvl8pPr marL="3359460" indent="0">
              <a:buNone/>
              <a:defRPr sz="1470">
                <a:solidFill>
                  <a:schemeClr val="tx1">
                    <a:tint val="75000"/>
                  </a:schemeClr>
                </a:solidFill>
              </a:defRPr>
            </a:lvl8pPr>
            <a:lvl9pPr marL="3839383" indent="0">
              <a:buNone/>
              <a:defRPr sz="147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C6C91-1792-4F1F-BB02-889FCEDC0844}" type="datetimeFigureOut">
              <a:rPr lang="zh-TW" altLang="en-US" smtClean="0"/>
              <a:t>2025/11/28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5D807-A07B-425B-840C-E200FCE1C6A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734061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C6C91-1792-4F1F-BB02-889FCEDC0844}" type="datetimeFigureOut">
              <a:rPr lang="zh-TW" altLang="en-US" smtClean="0"/>
              <a:t>2025/11/28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5D807-A07B-425B-840C-E200FCE1C6A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845740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63982" y="639939"/>
            <a:ext cx="1369640" cy="5512808"/>
          </a:xfrm>
        </p:spPr>
        <p:txBody>
          <a:bodyPr vert="eaVert" anchor="ctr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11025" y="639939"/>
            <a:ext cx="7411319" cy="5512807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C6C91-1792-4F1F-BB02-889FCEDC0844}" type="datetimeFigureOut">
              <a:rPr lang="zh-TW" altLang="en-US" smtClean="0"/>
              <a:t>2025/11/28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5D807-A07B-425B-840C-E200FCE1C6A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00618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-8888"/>
            <a:ext cx="12798425" cy="7208201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11024" y="639939"/>
            <a:ext cx="9024263" cy="138653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1024" y="2268119"/>
            <a:ext cx="9024263" cy="40739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63514" y="6342032"/>
            <a:ext cx="957298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6C6C91-1792-4F1F-BB02-889FCEDC0844}" type="datetimeFigureOut">
              <a:rPr lang="zh-TW" altLang="en-US" smtClean="0"/>
              <a:t>2025/11/28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11024" y="6342032"/>
            <a:ext cx="6610853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17960" y="6342032"/>
            <a:ext cx="717328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77F5D807-A07B-425B-840C-E200FCE1C6A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98272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19" r:id="rId13"/>
    <p:sldLayoutId id="2147483720" r:id="rId14"/>
    <p:sldLayoutId id="2147483721" r:id="rId15"/>
    <p:sldLayoutId id="2147483722" r:id="rId16"/>
  </p:sldLayoutIdLst>
  <p:txStyles>
    <p:titleStyle>
      <a:lvl1pPr algn="l" defTabSz="479923" rtl="0" eaLnBrk="1" latinLnBrk="0" hangingPunct="1">
        <a:spcBef>
          <a:spcPct val="0"/>
        </a:spcBef>
        <a:buNone/>
        <a:defRPr sz="3779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59942" indent="-359942" algn="l" defTabSz="479923" rtl="0" eaLnBrk="1" latinLnBrk="0" hangingPunct="1">
        <a:spcBef>
          <a:spcPts val="105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889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79875" indent="-299952" algn="l" defTabSz="479923" rtl="0" eaLnBrk="1" latinLnBrk="0" hangingPunct="1">
        <a:spcBef>
          <a:spcPts val="105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6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99807" indent="-239961" algn="l" defTabSz="479923" rtl="0" eaLnBrk="1" latinLnBrk="0" hangingPunct="1">
        <a:spcBef>
          <a:spcPts val="105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47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79730" indent="-239961" algn="l" defTabSz="479923" rtl="0" eaLnBrk="1" latinLnBrk="0" hangingPunct="1">
        <a:spcBef>
          <a:spcPts val="105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6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59653" indent="-239961" algn="l" defTabSz="479923" rtl="0" eaLnBrk="1" latinLnBrk="0" hangingPunct="1">
        <a:spcBef>
          <a:spcPts val="105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6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39576" indent="-239961" algn="l" defTabSz="479923" rtl="0" eaLnBrk="1" latinLnBrk="0" hangingPunct="1">
        <a:spcBef>
          <a:spcPts val="105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6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3119498" indent="-239961" algn="l" defTabSz="479923" rtl="0" eaLnBrk="1" latinLnBrk="0" hangingPunct="1">
        <a:spcBef>
          <a:spcPts val="105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6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599421" indent="-239961" algn="l" defTabSz="479923" rtl="0" eaLnBrk="1" latinLnBrk="0" hangingPunct="1">
        <a:spcBef>
          <a:spcPts val="105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6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4079344" indent="-239961" algn="l" defTabSz="479923" rtl="0" eaLnBrk="1" latinLnBrk="0" hangingPunct="1">
        <a:spcBef>
          <a:spcPts val="105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6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79923" rtl="0" eaLnBrk="1" latinLnBrk="0" hangingPunct="1">
        <a:defRPr sz="1889" kern="1200">
          <a:solidFill>
            <a:schemeClr val="tx1"/>
          </a:solidFill>
          <a:latin typeface="+mn-lt"/>
          <a:ea typeface="+mn-ea"/>
          <a:cs typeface="+mn-cs"/>
        </a:defRPr>
      </a:lvl1pPr>
      <a:lvl2pPr marL="479923" algn="l" defTabSz="479923" rtl="0" eaLnBrk="1" latinLnBrk="0" hangingPunct="1">
        <a:defRPr sz="1889" kern="1200">
          <a:solidFill>
            <a:schemeClr val="tx1"/>
          </a:solidFill>
          <a:latin typeface="+mn-lt"/>
          <a:ea typeface="+mn-ea"/>
          <a:cs typeface="+mn-cs"/>
        </a:defRPr>
      </a:lvl2pPr>
      <a:lvl3pPr marL="959846" algn="l" defTabSz="479923" rtl="0" eaLnBrk="1" latinLnBrk="0" hangingPunct="1">
        <a:defRPr sz="1889" kern="1200">
          <a:solidFill>
            <a:schemeClr val="tx1"/>
          </a:solidFill>
          <a:latin typeface="+mn-lt"/>
          <a:ea typeface="+mn-ea"/>
          <a:cs typeface="+mn-cs"/>
        </a:defRPr>
      </a:lvl3pPr>
      <a:lvl4pPr marL="1439769" algn="l" defTabSz="479923" rtl="0" eaLnBrk="1" latinLnBrk="0" hangingPunct="1">
        <a:defRPr sz="1889" kern="1200">
          <a:solidFill>
            <a:schemeClr val="tx1"/>
          </a:solidFill>
          <a:latin typeface="+mn-lt"/>
          <a:ea typeface="+mn-ea"/>
          <a:cs typeface="+mn-cs"/>
        </a:defRPr>
      </a:lvl4pPr>
      <a:lvl5pPr marL="1919691" algn="l" defTabSz="479923" rtl="0" eaLnBrk="1" latinLnBrk="0" hangingPunct="1">
        <a:defRPr sz="1889" kern="1200">
          <a:solidFill>
            <a:schemeClr val="tx1"/>
          </a:solidFill>
          <a:latin typeface="+mn-lt"/>
          <a:ea typeface="+mn-ea"/>
          <a:cs typeface="+mn-cs"/>
        </a:defRPr>
      </a:lvl5pPr>
      <a:lvl6pPr marL="2399614" algn="l" defTabSz="479923" rtl="0" eaLnBrk="1" latinLnBrk="0" hangingPunct="1">
        <a:defRPr sz="1889" kern="1200">
          <a:solidFill>
            <a:schemeClr val="tx1"/>
          </a:solidFill>
          <a:latin typeface="+mn-lt"/>
          <a:ea typeface="+mn-ea"/>
          <a:cs typeface="+mn-cs"/>
        </a:defRPr>
      </a:lvl6pPr>
      <a:lvl7pPr marL="2879537" algn="l" defTabSz="479923" rtl="0" eaLnBrk="1" latinLnBrk="0" hangingPunct="1">
        <a:defRPr sz="1889" kern="1200">
          <a:solidFill>
            <a:schemeClr val="tx1"/>
          </a:solidFill>
          <a:latin typeface="+mn-lt"/>
          <a:ea typeface="+mn-ea"/>
          <a:cs typeface="+mn-cs"/>
        </a:defRPr>
      </a:lvl7pPr>
      <a:lvl8pPr marL="3359460" algn="l" defTabSz="479923" rtl="0" eaLnBrk="1" latinLnBrk="0" hangingPunct="1">
        <a:defRPr sz="1889" kern="1200">
          <a:solidFill>
            <a:schemeClr val="tx1"/>
          </a:solidFill>
          <a:latin typeface="+mn-lt"/>
          <a:ea typeface="+mn-ea"/>
          <a:cs typeface="+mn-cs"/>
        </a:defRPr>
      </a:lvl8pPr>
      <a:lvl9pPr marL="3839383" algn="l" defTabSz="479923" rtl="0" eaLnBrk="1" latinLnBrk="0" hangingPunct="1">
        <a:defRPr sz="188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E43CE66E-9A4A-3C04-E3A0-A00C823A59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94387" y="834231"/>
            <a:ext cx="5731669" cy="5731669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A23FEE6C-07B6-6058-A1CA-2AFDE4F78C65}"/>
              </a:ext>
            </a:extLst>
          </p:cNvPr>
          <p:cNvSpPr txBox="1"/>
          <p:nvPr/>
        </p:nvSpPr>
        <p:spPr>
          <a:xfrm>
            <a:off x="971550" y="919956"/>
            <a:ext cx="216217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0" dirty="0">
                <a:latin typeface="Noto Sans HK Black" panose="020B0200000000000000" pitchFamily="34" charset="-120"/>
                <a:ea typeface="Noto Sans HK Black" panose="020B0200000000000000" pitchFamily="34" charset="-120"/>
              </a:rPr>
              <a:t>A</a:t>
            </a:r>
            <a:r>
              <a:rPr lang="zh-TW" altLang="en-US" sz="8000" dirty="0">
                <a:latin typeface="Noto Sans HK Black" panose="020B0200000000000000" pitchFamily="34" charset="-120"/>
                <a:ea typeface="Noto Sans HK Black" panose="020B0200000000000000" pitchFamily="34" charset="-120"/>
              </a:rPr>
              <a:t> 賞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0B65A486-9B10-B8C1-0E38-CB4D7EBE17B5}"/>
              </a:ext>
            </a:extLst>
          </p:cNvPr>
          <p:cNvSpPr txBox="1"/>
          <p:nvPr/>
        </p:nvSpPr>
        <p:spPr>
          <a:xfrm>
            <a:off x="1076324" y="2481519"/>
            <a:ext cx="4057651" cy="31188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000"/>
              </a:spcBef>
            </a:pPr>
            <a:r>
              <a:rPr lang="zh-TW" altLang="en-US" sz="3600" dirty="0"/>
              <a:t>麥當勞的</a:t>
            </a:r>
            <a:endParaRPr lang="en-US" altLang="zh-TW" sz="3600" dirty="0"/>
          </a:p>
          <a:p>
            <a:pPr>
              <a:spcBef>
                <a:spcPts val="1000"/>
              </a:spcBef>
            </a:pPr>
            <a:r>
              <a:rPr lang="zh-TW" altLang="en-US" sz="3600" dirty="0"/>
              <a:t>完整套餐一份</a:t>
            </a:r>
            <a:endParaRPr lang="en-US" altLang="zh-TW" sz="3600" dirty="0"/>
          </a:p>
          <a:p>
            <a:pPr>
              <a:spcBef>
                <a:spcPts val="1000"/>
              </a:spcBef>
            </a:pPr>
            <a:r>
              <a:rPr lang="zh-TW" altLang="en-US" sz="3600" dirty="0"/>
              <a:t>包含一杯飲料</a:t>
            </a:r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中薯</a:t>
            </a:r>
            <a:r>
              <a:rPr lang="en-US" altLang="zh-TW" sz="3600" dirty="0">
                <a:latin typeface="微軟正黑體" panose="020B0604030504040204" pitchFamily="34" charset="-120"/>
              </a:rPr>
              <a:t>、</a:t>
            </a:r>
            <a:r>
              <a:rPr lang="zh-TW" altLang="en-US" sz="3600" dirty="0">
                <a:latin typeface="微軟正黑體" panose="020B0604030504040204" pitchFamily="34" charset="-120"/>
              </a:rPr>
              <a:t>六塊雞</a:t>
            </a:r>
            <a:endParaRPr lang="en-US" altLang="zh-TW" sz="3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zh-TW" altLang="en-US" sz="3600" dirty="0"/>
          </a:p>
        </p:txBody>
      </p:sp>
    </p:spTree>
    <p:extLst>
      <p:ext uri="{BB962C8B-B14F-4D97-AF65-F5344CB8AC3E}">
        <p14:creationId xmlns:p14="http://schemas.microsoft.com/office/powerpoint/2010/main" val="34531983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C6B12-1FFD-6E3D-33D2-01676511A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72EE13FE-47CA-C32B-CF73-20D3DB6D39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405854" y="3267075"/>
            <a:ext cx="3240000" cy="3240000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AFBBAB53-6D04-81DD-DB25-F04A0D5B9493}"/>
              </a:ext>
            </a:extLst>
          </p:cNvPr>
          <p:cNvSpPr txBox="1"/>
          <p:nvPr/>
        </p:nvSpPr>
        <p:spPr>
          <a:xfrm>
            <a:off x="971550" y="919956"/>
            <a:ext cx="216217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0" dirty="0">
                <a:latin typeface="Noto Sans HK Black" panose="020B0200000000000000" pitchFamily="34" charset="-120"/>
                <a:ea typeface="Noto Sans HK Black" panose="020B0200000000000000" pitchFamily="34" charset="-120"/>
              </a:rPr>
              <a:t>B</a:t>
            </a:r>
            <a:r>
              <a:rPr lang="zh-TW" altLang="en-US" sz="8000" dirty="0">
                <a:latin typeface="Noto Sans HK Black" panose="020B0200000000000000" pitchFamily="34" charset="-120"/>
                <a:ea typeface="Noto Sans HK Black" panose="020B0200000000000000" pitchFamily="34" charset="-120"/>
              </a:rPr>
              <a:t> 賞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B8C7CC89-038A-F323-997E-73D666B41D88}"/>
              </a:ext>
            </a:extLst>
          </p:cNvPr>
          <p:cNvSpPr txBox="1"/>
          <p:nvPr/>
        </p:nvSpPr>
        <p:spPr>
          <a:xfrm>
            <a:off x="1076324" y="2481519"/>
            <a:ext cx="4057651" cy="31188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000"/>
              </a:spcBef>
            </a:pPr>
            <a:r>
              <a:rPr lang="zh-TW" altLang="en-US" sz="3600" dirty="0"/>
              <a:t>麥當勞的</a:t>
            </a:r>
            <a:endParaRPr lang="en-US" altLang="zh-TW" sz="3600" dirty="0"/>
          </a:p>
          <a:p>
            <a:pPr>
              <a:spcBef>
                <a:spcPts val="1000"/>
              </a:spcBef>
            </a:pPr>
            <a:r>
              <a:rPr lang="zh-TW" altLang="en-US" sz="3600" dirty="0"/>
              <a:t>小套餐一份</a:t>
            </a:r>
            <a:endParaRPr lang="en-US" altLang="zh-TW" sz="3600" dirty="0"/>
          </a:p>
          <a:p>
            <a:pPr>
              <a:spcBef>
                <a:spcPts val="1000"/>
              </a:spcBef>
            </a:pPr>
            <a:r>
              <a:rPr lang="zh-TW" altLang="en-US" sz="3600" dirty="0"/>
              <a:t>包含一杯小飲</a:t>
            </a:r>
            <a:r>
              <a:rPr lang="en-US" altLang="zh-TW" sz="3600" dirty="0">
                <a:latin typeface="微軟正黑體" panose="020B0604030504040204" pitchFamily="34" charset="-120"/>
              </a:rPr>
              <a:t>、</a:t>
            </a:r>
            <a:r>
              <a:rPr lang="zh-TW" altLang="en-US" sz="3600" dirty="0">
                <a:latin typeface="微軟正黑體" panose="020B0604030504040204" pitchFamily="34" charset="-120"/>
              </a:rPr>
              <a:t>四塊雞或小薯</a:t>
            </a:r>
            <a:endParaRPr lang="en-US" altLang="zh-TW" sz="3600" dirty="0">
              <a:latin typeface="微軟正黑體" panose="020B0604030504040204" pitchFamily="34" charset="-120"/>
            </a:endParaRPr>
          </a:p>
          <a:p>
            <a:endParaRPr lang="zh-TW" altLang="en-US" sz="3600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5E839742-0FED-FA68-EA5F-6B837C7C5E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76924" y="623395"/>
            <a:ext cx="3240000" cy="3240000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1042244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F8DBB-6F31-1617-8AFA-E4B18EB82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0F1B2261-1AEA-799A-7638-0F7136AF41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94387" y="834231"/>
            <a:ext cx="5731669" cy="5731669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61B08F24-1187-7869-2707-71C9189717B0}"/>
              </a:ext>
            </a:extLst>
          </p:cNvPr>
          <p:cNvSpPr txBox="1"/>
          <p:nvPr/>
        </p:nvSpPr>
        <p:spPr>
          <a:xfrm>
            <a:off x="971550" y="919956"/>
            <a:ext cx="216217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0" dirty="0">
                <a:latin typeface="Noto Sans HK Black" panose="020B0200000000000000" pitchFamily="34" charset="-120"/>
                <a:ea typeface="Noto Sans HK Black" panose="020B0200000000000000" pitchFamily="34" charset="-120"/>
              </a:rPr>
              <a:t>C</a:t>
            </a:r>
            <a:r>
              <a:rPr lang="zh-TW" altLang="en-US" sz="8000" dirty="0">
                <a:latin typeface="Noto Sans HK Black" panose="020B0200000000000000" pitchFamily="34" charset="-120"/>
                <a:ea typeface="Noto Sans HK Black" panose="020B0200000000000000" pitchFamily="34" charset="-120"/>
              </a:rPr>
              <a:t> 賞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63ED1B9D-2FE2-8963-1FC0-583DC2A86136}"/>
              </a:ext>
            </a:extLst>
          </p:cNvPr>
          <p:cNvSpPr txBox="1"/>
          <p:nvPr/>
        </p:nvSpPr>
        <p:spPr>
          <a:xfrm>
            <a:off x="1076324" y="2481519"/>
            <a:ext cx="4057651" cy="2436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000"/>
              </a:spcBef>
            </a:pPr>
            <a:r>
              <a:rPr lang="zh-TW" altLang="en-US" sz="3600" dirty="0"/>
              <a:t>大包餅乾一包</a:t>
            </a:r>
            <a:endParaRPr lang="en-US" altLang="zh-TW" sz="3600" dirty="0"/>
          </a:p>
          <a:p>
            <a:pPr>
              <a:spcBef>
                <a:spcPts val="1000"/>
              </a:spcBef>
            </a:pPr>
            <a:r>
              <a:rPr lang="en-US" altLang="zh-TW" sz="3600" dirty="0"/>
              <a:t>(</a:t>
            </a:r>
            <a:r>
              <a:rPr lang="zh-TW" altLang="en-US" sz="3600" dirty="0"/>
              <a:t> 以現場老師有的為主，圖片僅供參考 </a:t>
            </a:r>
            <a:r>
              <a:rPr lang="en-US" altLang="zh-TW" sz="36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217053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1E0DA0-E859-4811-A777-66B6D3C9C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83F82DEC-E680-A8B0-2220-64F0B0A7B5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94387" y="834231"/>
            <a:ext cx="5731669" cy="5731669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4B296922-4AD4-B3D9-CD85-95275E927086}"/>
              </a:ext>
            </a:extLst>
          </p:cNvPr>
          <p:cNvSpPr txBox="1"/>
          <p:nvPr/>
        </p:nvSpPr>
        <p:spPr>
          <a:xfrm>
            <a:off x="971550" y="919956"/>
            <a:ext cx="284797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0" dirty="0">
                <a:latin typeface="Noto Sans HK Black" panose="020B0200000000000000" pitchFamily="34" charset="-120"/>
                <a:ea typeface="Noto Sans HK Black" panose="020B0200000000000000" pitchFamily="34" charset="-120"/>
              </a:rPr>
              <a:t>D</a:t>
            </a:r>
            <a:r>
              <a:rPr lang="zh-TW" altLang="en-US" sz="8000" dirty="0">
                <a:latin typeface="Noto Sans HK Black" panose="020B0200000000000000" pitchFamily="34" charset="-120"/>
                <a:ea typeface="Noto Sans HK Black" panose="020B0200000000000000" pitchFamily="34" charset="-120"/>
              </a:rPr>
              <a:t> 賞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E61943BA-374D-D9B1-A1E9-0F4D598D8A80}"/>
              </a:ext>
            </a:extLst>
          </p:cNvPr>
          <p:cNvSpPr txBox="1"/>
          <p:nvPr/>
        </p:nvSpPr>
        <p:spPr>
          <a:xfrm>
            <a:off x="1076324" y="2481519"/>
            <a:ext cx="4057651" cy="2436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000"/>
              </a:spcBef>
            </a:pPr>
            <a:r>
              <a:rPr lang="zh-TW" altLang="en-US" sz="3600" dirty="0"/>
              <a:t>小包餅乾一包</a:t>
            </a:r>
            <a:endParaRPr lang="en-US" altLang="zh-TW" sz="3600" dirty="0"/>
          </a:p>
          <a:p>
            <a:pPr>
              <a:spcBef>
                <a:spcPts val="1000"/>
              </a:spcBef>
            </a:pPr>
            <a:r>
              <a:rPr lang="en-US" altLang="zh-TW" sz="3600" dirty="0"/>
              <a:t>(</a:t>
            </a:r>
            <a:r>
              <a:rPr lang="zh-TW" altLang="en-US" sz="3600" dirty="0"/>
              <a:t> 以現場老師有的為主，圖片僅供參考 </a:t>
            </a:r>
            <a:r>
              <a:rPr lang="en-US" altLang="zh-TW" sz="36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8149636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BBDD1-C84C-92AF-8762-55CBD5062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F6872895-3BE3-2C54-0B6E-56C21E3D21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94386" y="834230"/>
            <a:ext cx="3240000" cy="3240000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966FFAD7-341F-3287-E68D-F933EDA4FF97}"/>
              </a:ext>
            </a:extLst>
          </p:cNvPr>
          <p:cNvSpPr txBox="1"/>
          <p:nvPr/>
        </p:nvSpPr>
        <p:spPr>
          <a:xfrm>
            <a:off x="971550" y="919956"/>
            <a:ext cx="284797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0" dirty="0">
                <a:latin typeface="Noto Sans HK Black" panose="020B0200000000000000" pitchFamily="34" charset="-120"/>
                <a:ea typeface="Noto Sans HK Black" panose="020B0200000000000000" pitchFamily="34" charset="-120"/>
              </a:rPr>
              <a:t>E</a:t>
            </a:r>
            <a:r>
              <a:rPr lang="zh-TW" altLang="en-US" sz="8000" dirty="0">
                <a:latin typeface="Noto Sans HK Black" panose="020B0200000000000000" pitchFamily="34" charset="-120"/>
                <a:ea typeface="Noto Sans HK Black" panose="020B0200000000000000" pitchFamily="34" charset="-120"/>
              </a:rPr>
              <a:t> 賞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52D0364A-8177-4C8E-9B43-665DF32FFFA0}"/>
              </a:ext>
            </a:extLst>
          </p:cNvPr>
          <p:cNvSpPr txBox="1"/>
          <p:nvPr/>
        </p:nvSpPr>
        <p:spPr>
          <a:xfrm>
            <a:off x="1076324" y="2481519"/>
            <a:ext cx="4057651" cy="2436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000"/>
              </a:spcBef>
            </a:pPr>
            <a:r>
              <a:rPr lang="zh-TW" altLang="en-US" sz="3600" dirty="0"/>
              <a:t>糖果一顆</a:t>
            </a:r>
            <a:endParaRPr lang="en-US" altLang="zh-TW" sz="3600" dirty="0"/>
          </a:p>
          <a:p>
            <a:pPr>
              <a:spcBef>
                <a:spcPts val="1000"/>
              </a:spcBef>
            </a:pPr>
            <a:r>
              <a:rPr lang="en-US" altLang="zh-TW" sz="3600" dirty="0"/>
              <a:t>(</a:t>
            </a:r>
            <a:r>
              <a:rPr lang="zh-TW" altLang="en-US" sz="3600" dirty="0"/>
              <a:t> 以現場老師有的為主，圖片僅供參考 </a:t>
            </a:r>
            <a:r>
              <a:rPr lang="en-US" altLang="zh-TW" sz="3600" dirty="0"/>
              <a:t>)</a:t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2ED715B3-8FAF-7187-6BA5-287A78778C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482101" y="3298083"/>
            <a:ext cx="3240000" cy="3240000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41225632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1FB039-D3FA-742A-C65B-82BF86979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AA0C39DA-D559-CC62-FD5C-EA04ACD67C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94387" y="834231"/>
            <a:ext cx="5731669" cy="5731669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1CCD7468-3690-0A3B-1476-C62CBDDF041E}"/>
              </a:ext>
            </a:extLst>
          </p:cNvPr>
          <p:cNvSpPr txBox="1"/>
          <p:nvPr/>
        </p:nvSpPr>
        <p:spPr>
          <a:xfrm>
            <a:off x="971550" y="919956"/>
            <a:ext cx="284797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0" dirty="0">
                <a:latin typeface="Noto Sans HK Black" panose="020B0200000000000000" pitchFamily="34" charset="-120"/>
                <a:ea typeface="Noto Sans HK Black" panose="020B0200000000000000" pitchFamily="34" charset="-120"/>
              </a:rPr>
              <a:t>F</a:t>
            </a:r>
            <a:r>
              <a:rPr lang="zh-TW" altLang="en-US" sz="8000" dirty="0">
                <a:latin typeface="Noto Sans HK Black" panose="020B0200000000000000" pitchFamily="34" charset="-120"/>
                <a:ea typeface="Noto Sans HK Black" panose="020B0200000000000000" pitchFamily="34" charset="-120"/>
              </a:rPr>
              <a:t> 賞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B2912037-F2F7-F1FC-6CDC-6ED8D707B4D0}"/>
              </a:ext>
            </a:extLst>
          </p:cNvPr>
          <p:cNvSpPr txBox="1"/>
          <p:nvPr/>
        </p:nvSpPr>
        <p:spPr>
          <a:xfrm>
            <a:off x="1076324" y="2481519"/>
            <a:ext cx="40576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600" dirty="0"/>
              <a:t>餅乾一片</a:t>
            </a:r>
          </a:p>
        </p:txBody>
      </p:sp>
    </p:spTree>
    <p:extLst>
      <p:ext uri="{BB962C8B-B14F-4D97-AF65-F5344CB8AC3E}">
        <p14:creationId xmlns:p14="http://schemas.microsoft.com/office/powerpoint/2010/main" val="3336844412"/>
      </p:ext>
    </p:extLst>
  </p:cSld>
  <p:clrMapOvr>
    <a:masterClrMapping/>
  </p:clrMapOvr>
</p:sld>
</file>

<file path=ppt/theme/theme1.xml><?xml version="1.0" encoding="utf-8"?>
<a:theme xmlns:a="http://schemas.openxmlformats.org/drawingml/2006/main" name="多面向">
  <a:themeElements>
    <a:clrScheme name="紅橙色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多面向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多面向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23659B44-6E34-4CE8-8F0D-387DA79968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303</TotalTime>
  <Words>99</Words>
  <Application>Microsoft Office PowerPoint</Application>
  <PresentationFormat>自訂</PresentationFormat>
  <Paragraphs>19</Paragraphs>
  <Slides>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2" baseType="lpstr">
      <vt:lpstr>Noto Sans HK Black</vt:lpstr>
      <vt:lpstr>微軟正黑體</vt:lpstr>
      <vt:lpstr>Arial</vt:lpstr>
      <vt:lpstr>Trebuchet MS</vt:lpstr>
      <vt:lpstr>Wingdings 3</vt:lpstr>
      <vt:lpstr>多面向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3</cp:revision>
  <dcterms:created xsi:type="dcterms:W3CDTF">2025-11-25T08:47:01Z</dcterms:created>
  <dcterms:modified xsi:type="dcterms:W3CDTF">2025-11-28T12:49:50Z</dcterms:modified>
</cp:coreProperties>
</file>